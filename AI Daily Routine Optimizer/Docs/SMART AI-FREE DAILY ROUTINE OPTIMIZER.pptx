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71" r:id="rId3"/>
    <p:sldId id="572" r:id="rId4"/>
    <p:sldId id="573" r:id="rId5"/>
    <p:sldId id="574" r:id="rId6"/>
    <p:sldId id="575" r:id="rId7"/>
    <p:sldId id="576" r:id="rId8"/>
    <p:sldId id="577" r:id="rId9"/>
    <p:sldId id="579" r:id="rId10"/>
    <p:sldId id="578" r:id="rId11"/>
    <p:sldId id="570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0B836-56D0-97DC-068F-01B3A795833D}" v="107" dt="2025-04-28T10:32:37.732"/>
    <p1510:client id="{22C22A61-C23B-4AFE-81E6-4E7076213851}" v="1" dt="2025-04-28T10:44:04.838"/>
    <p1510:client id="{41ED53A8-5329-C747-A241-46CEB6D4E255}" v="58" dt="2025-04-29T04:53:52.575"/>
    <p1510:client id="{65706ED1-670B-4719-B8CB-BA21F8D40372}" v="31" dt="2025-04-29T05:33:41.586"/>
    <p1510:client id="{9567BC2E-213D-4409-89B3-6A653ECA53D9}" v="15" dt="2025-04-29T08:24:08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ocirillo.com/" TargetMode="External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github.com/dipanshudhage/AI-Daily-Routine-Optimizer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617" y="679731"/>
            <a:ext cx="4779664" cy="238616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b="1" i="0" dirty="0">
                <a:solidFill>
                  <a:srgbClr val="31333F"/>
                </a:solidFill>
                <a:effectLst/>
              </a:rPr>
              <a:t>SMART AI-FREE DAILY ROUTINE OPTIMIZER</a:t>
            </a:r>
            <a:br>
              <a:rPr lang="en-US" sz="1600" b="1" i="0" dirty="0">
                <a:solidFill>
                  <a:srgbClr val="31333F"/>
                </a:solidFill>
                <a:effectLst/>
                <a:latin typeface="Source Sans Pro" panose="020B0503030403020204" pitchFamily="34" charset="0"/>
              </a:rPr>
            </a:br>
            <a:endParaRPr lang="en-US" sz="5100" b="1" kern="1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311" y="5335564"/>
            <a:ext cx="4998970" cy="79108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Dipanshu dhage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4670" y="843396"/>
            <a:ext cx="5060632" cy="50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896"/>
            <a:ext cx="10515600" cy="4928616"/>
          </a:xfrm>
        </p:spPr>
        <p:txBody>
          <a:bodyPr vert="horz" lIns="91440" tIns="45720" rIns="91440" bIns="45720" rtlCol="0">
            <a:noAutofit/>
          </a:bodyPr>
          <a:lstStyle/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System/Solution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Approach </a:t>
            </a: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Deployment 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(Output Image)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77AE96-A5C8-5E29-E5AB-F1BD42FB7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5813"/>
            <a:ext cx="6624484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many people fail to manage their daily time efficiently.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routines leads to low productivity, mental fatigue, and burnout.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planners are rigid and don’t adapt to user energy levels or goals.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need an intelligent yet simple tool to create a productive, balanced schedule.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12341-C59A-34FD-5A6B-70D84B566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964" y="2055813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0E5116-D83D-5368-3892-F25ADC82B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24981"/>
            <a:ext cx="6388509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smart, interactive web application that generates an optimized daily routine based 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Wake-up and sleep times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priorities (like study, work, exercise)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User’s peak focus time (morning, afternoon, evening)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offers: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schedule generation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suggestions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time distribution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daily plan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36630-1F85-F874-E40C-2F440A7A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589" y="2055813"/>
            <a:ext cx="4720483" cy="423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  Approach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B4BAD9-BEFC-A9C9-6C9D-DCE1A13EB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5813"/>
            <a:ext cx="6858416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user input and display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Logic: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schedule algorithm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pie charts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time slots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Tools: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text export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external API to keep it lightweight and offline-friendly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7A206-23BF-DB2F-3617-AC760689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371" y="2879529"/>
            <a:ext cx="3707593" cy="34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Deployment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9B1971-1216-8DCE-31BF-9C917CFFD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73114"/>
            <a:ext cx="7711778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 inputs: wake-up time, sleep time, selected tasks, and focus period.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available hours between wake and sleep time.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 1 hour to each task, then distribute the remaining time randomly.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timeline of tasks hour-by-hour starting from wake-up time.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suggestions and visualize time distribution.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locally via Streamlit run app.py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host on platforms like: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 Cloud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Render or Heroku (if needed)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8A5ED-033B-1621-53EC-517704BB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75" y="2942976"/>
            <a:ext cx="3315180" cy="283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Result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C3B9C-8E2D-CCA5-7D0F-B0A75E0F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67" y="1890737"/>
            <a:ext cx="2526743" cy="4762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91895-446B-C64E-66BA-FE84E18C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42" y="1890737"/>
            <a:ext cx="3704362" cy="4762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940031-6351-58FB-B1C6-715CCCB0E5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23" r="867" b="2990"/>
          <a:stretch/>
        </p:blipFill>
        <p:spPr>
          <a:xfrm>
            <a:off x="6096000" y="2143849"/>
            <a:ext cx="3279960" cy="25703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C9EB06-E491-E70A-DC11-1385BF0EF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76" y="4841176"/>
            <a:ext cx="2592324" cy="18897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CCF27-2564-C8E4-D837-13640F22B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994" y="2055813"/>
            <a:ext cx="2143424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Conclusion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8B83BC-3F17-0BF1-0850-5A9524C92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036" y="2359433"/>
            <a:ext cx="6374392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Daily Routine Optimizer empowers users to manage their day efficiently.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fully personalized schedule without the need for complex setup or paid APIs.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lightweight, intuitive, and practical for everyday use.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promotes healthy work-life balance and productivity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4502B-8931-465F-1A5E-BDD4DFE6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658" y="2301395"/>
            <a:ext cx="3655142" cy="37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Future scope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6211529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Future Enhancements: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Calendar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history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feedback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time use based on past patterns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Notion,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other productivity apps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habit tracking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AD6DF-6195-6F2B-7648-090EBCED2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246" y="1969388"/>
            <a:ext cx="4558978" cy="39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References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0040"/>
            <a:ext cx="5916561" cy="300384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Documentation: https://docs.streamlit.io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Docs: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https://matplotlib.org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Pomodoro Technique: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https://francescocirillo.com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Research Blogs &amp; AI Routine Concepts</a:t>
            </a:r>
          </a:p>
          <a:p>
            <a:pPr algn="just">
              <a:lnSpc>
                <a:spcPct val="150000"/>
              </a:lnSpc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https://github.com/dipanshudhage/AI-Daily-Routine-Optimizer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2D160-25D3-8100-64C0-3F484CF5CF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02" t="10851" r="13908" b="13254"/>
          <a:stretch/>
        </p:blipFill>
        <p:spPr>
          <a:xfrm>
            <a:off x="6900663" y="2630040"/>
            <a:ext cx="4453137" cy="34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4E14-CB16-A18D-91E1-78787A45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90035-F7DF-B222-A678-18C907CDC7DD}"/>
              </a:ext>
            </a:extLst>
          </p:cNvPr>
          <p:cNvSpPr txBox="1"/>
          <p:nvPr/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9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431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Times New Roman</vt:lpstr>
      <vt:lpstr>office theme</vt:lpstr>
      <vt:lpstr>SMART AI-FREE DAILY ROUTINE OPTIMIZER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Srajal Pawar 09</dc:creator>
  <cp:lastModifiedBy>Srajal Pawar</cp:lastModifiedBy>
  <cp:revision>26</cp:revision>
  <dcterms:created xsi:type="dcterms:W3CDTF">2013-07-15T20:26:40Z</dcterms:created>
  <dcterms:modified xsi:type="dcterms:W3CDTF">2025-05-02T18:14:23Z</dcterms:modified>
</cp:coreProperties>
</file>